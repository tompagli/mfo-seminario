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7" orient="horz"/>
        <p:guide pos="6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deadlock</a:t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eaa89bf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conjunto de estados identificando comportamento, e as arestas identificando a transição de estados,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 pode ter engatilhado uma explosão de estados(complexo demais), ou a condição está empregada incorretamente. </a:t>
            </a:r>
            <a:endParaRPr/>
          </a:p>
        </p:txBody>
      </p:sp>
      <p:sp>
        <p:nvSpPr>
          <p:cNvPr id="104" name="Google Shape;104;g13eaa89bf39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eaa89bf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13eaa89bf39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eaa89bf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13eaa89bf39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eaa89bf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13eaa89bf39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eaa89bf3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Segurança • São propriedades utilizadas para garantir que nunca aconteça algum erro,operando corretamente • Temos propriedades de segurança que tem de verificar em cada estado(invariantes) ou em variantes de caminhos finitos. • Os melhores exemplos que temos disso são os deadlocks e casos de exclusão mútua.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Vivacidade(Starvation freedom) • São propriedades definidas que demonstrem que o sistema execute uma função, produz algo. • Dentro da propriedade de vivacidade, a garantia de que pelo menos 1 vez, o algoritmo tenha no seu conjunto "AP" de propriedades atômicas, pelo menos um estado de processo crítico.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Fairness • São propriedades relacionadas ao comportamento como um todo do sistema. • Dentro da propriedade de Fairness, temos que garantir de uma maneira justa, a forma como os processos participam no sistema, tentando evitar estados não-determinísticos em paralelo. • A palavra-chave para essa propriedade é equidade e prioridade dentre processos.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13eaa89bf39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eaa89bf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Enquanto o operador next é unário, o operador until é binário.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A lógica TCTL oferece a possibilidade da inclusão da possibilidade de N propriedade ser atingida em um intervalo I de tempo. </a:t>
            </a:r>
            <a:endParaRPr/>
          </a:p>
        </p:txBody>
      </p:sp>
      <p:sp>
        <p:nvSpPr>
          <p:cNvPr id="145" name="Google Shape;145;g13eaa89bf39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eaa89bf3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 deadlock</a:t>
            </a:r>
            <a:endParaRPr/>
          </a:p>
        </p:txBody>
      </p:sp>
      <p:sp>
        <p:nvSpPr>
          <p:cNvPr id="153" name="Google Shape;153;g13eaa89bf39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eaa89bf3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3eaa89bf39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gif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006" y="5708679"/>
            <a:ext cx="2195698" cy="7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558107" y="2499743"/>
            <a:ext cx="42545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30799" y="3892455"/>
            <a:ext cx="40614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Eduardo Pandini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Milton Pedro Pagliusi Neto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Prof. Dr. Cristiano Damiani Vasconcellos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Joinville, </a:t>
            </a: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 </a:t>
            </a:r>
            <a:r>
              <a:rPr b="0" i="0" lang="pt-BR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 </a:t>
            </a: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julho </a:t>
            </a:r>
            <a:r>
              <a:rPr b="0" i="0" lang="pt-BR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 20</a:t>
            </a: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r>
              <a:rPr b="0" i="0" lang="pt-BR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211650" y="1730947"/>
            <a:ext cx="46010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Checking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Introdução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600" y="1700808"/>
            <a:ext cx="590465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Checking trata-se de método formal utilizado para verificação de interações complexas e diferentes sistemas distribuídos checando a existência de erros ou violações de suas especificações e condições.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É implementado com a construção de um modelo comportamental usando conceitos formais como operações, estados, eventos e ações.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Pela utilização de argumentos sólidos e conceitos matemáticos formais, este método tem um potencial de verificação mesmo em diferentes contextos.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4"/>
          <p:cNvSpPr/>
          <p:nvPr/>
        </p:nvSpPr>
        <p:spPr>
          <a:xfrm flipH="1" rot="10800000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Verificação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600" y="1700808"/>
            <a:ext cx="5904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 processo de verificação segue 3 etapas: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Modelagem: Elaboração do modelo para retratar a aplicação do conjunto de estados, feita com base no comportamento esperado do programa.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Execução: O </a:t>
            </a:r>
            <a:r>
              <a:rPr i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checker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recebe o modelo e verifica se as condições esperadas são atingidas.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Análise: Caso a condição seja atingida, a próxima condição é verificada, caso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contrário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 modelo apresenta violações e é devolvido um feedback sobre o possível </a:t>
            </a:r>
            <a:r>
              <a:rPr i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bug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p15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Verificação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518200" y="1300600"/>
            <a:ext cx="44298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Figura que demonstra o fluxo padrão de um Model Checker.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16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59" y="1300600"/>
            <a:ext cx="3800992" cy="42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Prós e contras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956100" y="1188808"/>
            <a:ext cx="5904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Prós: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matemática e lógica.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Aplicação acadêmica e comercial.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Geração de </a:t>
            </a:r>
            <a:r>
              <a:rPr i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feedback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Aplicável em diversos contextos.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Contras: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Especificações precisam ser extremamente minuciosas.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Quanto maior a complexidade do sistema, mais demorada a execução e análise.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 de explosão de estados.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Geralmente usado em conjunto com outras ferramentas.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Google Shape;125;p17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Sistema de Transição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971600" y="1700808"/>
            <a:ext cx="5904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 sistema de transição é uma tupla utilizada para modelagem de sistemas computacionais.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Definido por : ST(S,Act,I,AP,L), onde: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S: Conjunto de Estados.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Act: Conjunto de ações.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I: Conjunto de estados iniciais.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AP: Proposições atômicas que contém info sobre diferentes estados do sistema(conclusão de uma tarefa).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L: É a função que dita quais elementos de S atingem as proposições atômicas de AP.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ST: Sistema de transição.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p18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Propriedades Temporais Lineares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971600" y="1700800"/>
            <a:ext cx="6291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São as propriedades que descrevem os pontos desejados nas transições, linearmente: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Segurança: Propriedades que são utilizadas para garantir a execução da transição sem erros, seja para verificar estados invariantes ou mesmo variantes de caminhos finitos.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Exemplo: DeadLocks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Vivacidade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Propriedades utilizadas para demonstrar que o sistema executa uma função crítica ou produz algo.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Fairness: Propriedades relacionadas ao comportamento do sistema como um todo, como exemplo:equidade e prioridade entre processos.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19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Lógicas</a:t>
            </a: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Temporais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971600" y="1700808"/>
            <a:ext cx="5904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Lógica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Temporal Linear(LTL):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Utiliza operadores da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lógica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clássica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 adiciona 2 operadores: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Próximo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(next,0) e até (until,u)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Limitada por apresentar apenas um sucessor temporal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unitário.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Computation Tree Logic(CTL):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Herda os operadores da LTL, e apresenta ramificações que permitem utilizações de propriedades para diversos caminhos possíveis.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Temporal Computation Tree Logic(TCTL) : Implementa temporais em suas propriedades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Mesma divisão de especificações da computation tree: estados e caminhos.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20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Checkers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911725" y="1680825"/>
            <a:ext cx="73098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SPIN: Vastamente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distribuído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open source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Derivado da linguagem textual </a:t>
            </a:r>
            <a:r>
              <a:rPr i="1"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PROMELA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modela-se o comportamento esperado do sistema, e também é disponibilizado uma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análise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sintática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para identificação de erros.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PRISM: Model Checker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probabilístico,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multiplataforma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 a modelagem é utilizada a linguagem textual PRISM com um conjunto de identificadores.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Capaz de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lógicas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LTL, CLT, PCTL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21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399" y="4324400"/>
            <a:ext cx="1757800" cy="17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675" y="4556513"/>
            <a:ext cx="3750550" cy="12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393549" y="333523"/>
            <a:ext cx="619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Conclusão	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971600" y="1700808"/>
            <a:ext cx="59046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checking apresenta uma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ótima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forma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de validar a forma como um sistema aquiesce suas condições necessárias, com argumentos matemáticos e expor erros dentro dos modelos e aplicações. 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Contudo, mesmo tendo a robustez dos argumentos lógicos matemáticos, ele continua apresentando dificuldades ao verificar sistemas mais complexos, e muitas vezes acaba sendo implementado juntamente com outras ferramentas, ou utilizado em partes isoladas do sistema.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2"/>
          <p:cNvSpPr/>
          <p:nvPr/>
        </p:nvSpPr>
        <p:spPr>
          <a:xfrm flipH="1" rot="10800000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4644008" y="836712"/>
            <a:ext cx="619268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/>
          </a:p>
        </p:txBody>
      </p:sp>
      <p:sp>
        <p:nvSpPr>
          <p:cNvPr id="175" name="Google Shape;175;p23"/>
          <p:cNvSpPr/>
          <p:nvPr/>
        </p:nvSpPr>
        <p:spPr>
          <a:xfrm>
            <a:off x="4751513" y="1986453"/>
            <a:ext cx="3780927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UDESC – Universidade do Estado de Santa Catarina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23653"/>
          <a:stretch/>
        </p:blipFill>
        <p:spPr>
          <a:xfrm flipH="1" rot="10800000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